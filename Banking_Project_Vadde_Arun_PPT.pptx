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Project Title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Banking Data Engineering Platform</a:t>
            </a:r>
            <a:r>
              <a:rPr lang="en-IN" b="1"/>
              <a:t> Project Using </a:t>
            </a:r>
            <a:r>
              <a:rPr lang="en-US" altLang="en-US" b="1"/>
              <a:t>Azure + Python + PySpark + CI/CD </a:t>
            </a:r>
            <a:r>
              <a:rPr lang="en-IN" altLang="en-US" b="1"/>
              <a:t>+ Power BI.</a:t>
            </a:r>
            <a:endParaRPr lang="en-US" altLang="en-US" b="1"/>
          </a:p>
          <a:p>
            <a:r>
              <a:rPr b="1"/>
              <a:t>By: Vadde Arun</a:t>
            </a:r>
            <a:endParaRPr b="1"/>
          </a:p>
          <a:p>
            <a:pPr marL="0" indent="0">
              <a:buNone/>
            </a:pP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Build end-to-end banking data platform</a:t>
            </a:r>
          </a:p>
          <a:p>
            <a:r>
              <a:t> Enable real-time &amp; batch ingestion</a:t>
            </a:r>
          </a:p>
          <a:p>
            <a:r>
              <a:rPr lang="en-IN"/>
              <a:t> </a:t>
            </a:r>
            <a:r>
              <a:t>Support analytics, reporting &amp; fraud alerts</a:t>
            </a:r>
          </a:p>
          <a:p>
            <a:r>
              <a:t> Implement Delta Lake, SQL DW &amp; Power BI</a:t>
            </a:r>
          </a:p>
          <a:p>
            <a:r>
              <a:rPr lang="en-IN"/>
              <a:t> </a:t>
            </a:r>
            <a:r>
              <a:t>Automate with CI/CD and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Subscription</a:t>
            </a:r>
          </a:p>
          <a:p>
            <a:r>
              <a:t>Azure Storage (ADLS Gen2)</a:t>
            </a:r>
          </a:p>
          <a:p>
            <a:r>
              <a:t>Cosmos DB Account</a:t>
            </a:r>
          </a:p>
          <a:p>
            <a:r>
              <a:t>Databricks / Synapse Workspace</a:t>
            </a:r>
          </a:p>
          <a:p>
            <a:r>
              <a:t>Azure Functions &amp; Event Grid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Azure Event Grid, Service Bus</a:t>
            </a:r>
          </a:p>
          <a:p>
            <a:r>
              <a:t> Cosmos DB (NoSQL)</a:t>
            </a:r>
          </a:p>
          <a:p>
            <a:r>
              <a:rPr lang="en-IN"/>
              <a:t> </a:t>
            </a:r>
            <a:r>
              <a:t>Databricks / PySpark</a:t>
            </a:r>
          </a:p>
          <a:p>
            <a:r>
              <a:t> Azure SQL / Synapse SQL</a:t>
            </a:r>
          </a:p>
          <a:p>
            <a:r>
              <a:t> Power BI, GitHub Actions</a:t>
            </a:r>
          </a:p>
          <a:p>
            <a:r>
              <a:rPr lang="en-IN"/>
              <a:t> VS Code (IDE)</a:t>
            </a:r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Combined Lambda Architecture</a:t>
            </a:r>
          </a:p>
          <a:p>
            <a:r>
              <a:t>Real-time ingestion via Event Grid</a:t>
            </a:r>
          </a:p>
          <a:p>
            <a:r>
              <a:t>Batch ingestion via ADLS</a:t>
            </a:r>
          </a:p>
          <a:p>
            <a:r>
              <a:t>Processing in PySpark</a:t>
            </a:r>
          </a:p>
          <a:p>
            <a:r>
              <a:t>Reporting via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– Data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1362710"/>
            <a:ext cx="8439785" cy="5033010"/>
          </a:xfrm>
        </p:spPr>
        <p:txBody>
          <a:bodyPr>
            <a:normAutofit fontScale="80000"/>
          </a:bodyPr>
          <a:lstStyle/>
          <a:p>
            <a:r>
              <a:t>Created raw containers in ADLS</a:t>
            </a:r>
            <a:r>
              <a:rPr lang="en-IN"/>
              <a:t> (Eg): </a:t>
            </a:r>
            <a:r>
              <a:rPr lang="en-IN" sz="2800"/>
              <a:t>Like raw Container under it made directories like raw-atm, raw-upi..</a:t>
            </a:r>
            <a:endParaRPr lang="en-IN" sz="2800"/>
          </a:p>
          <a:p>
            <a:endParaRPr lang="en-IN" sz="2800"/>
          </a:p>
          <a:p>
            <a:r>
              <a:t>Configured Event Grid triggers</a:t>
            </a:r>
            <a:r>
              <a:rPr lang="en-IN"/>
              <a:t> </a:t>
            </a:r>
          </a:p>
          <a:p>
            <a:r>
              <a:t>Set up Service Bus queues</a:t>
            </a:r>
            <a:r>
              <a:rPr lang="en-IN"/>
              <a:t> : </a:t>
            </a:r>
            <a:r>
              <a:rPr lang="en-IN" sz="3000"/>
              <a:t>Queue</a:t>
            </a:r>
            <a:r>
              <a:rPr lang="en-IN"/>
              <a:t> </a:t>
            </a:r>
            <a:r>
              <a:rPr lang="en-IN" sz="2800"/>
              <a:t>Name like transaction-queue to view the messages when the queue is triggered.</a:t>
            </a:r>
            <a:endParaRPr lang="en-IN" sz="2800"/>
          </a:p>
          <a:p>
            <a:endParaRPr sz="2800"/>
          </a:p>
          <a:p>
            <a:r>
              <a:t>Built Python Function for ingestion</a:t>
            </a:r>
            <a:r>
              <a:rPr lang="en-IN"/>
              <a:t> : </a:t>
            </a:r>
            <a:r>
              <a:rPr lang="en-IN" sz="2800"/>
              <a:t>Implemented the Code using the vscode for locally and deploy to the Azure Function.</a:t>
            </a:r>
            <a:endParaRPr lang="en-IN" sz="2800"/>
          </a:p>
          <a:p>
            <a:endParaRPr sz="2800"/>
          </a:p>
          <a:p>
            <a:r>
              <a:t>Implemented file validation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2 – NoSQL Operational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r>
              <a:t>Queue-triggered Azure Functions</a:t>
            </a:r>
            <a:r>
              <a:rPr lang="en-IN"/>
              <a:t> : </a:t>
            </a:r>
            <a:r>
              <a:rPr lang="en-IN" sz="2800"/>
              <a:t>When Queue is triggered generated the messages deployed in to cosmos db like BankDB.</a:t>
            </a:r>
            <a:endParaRPr lang="en-IN" sz="2800"/>
          </a:p>
          <a:p>
            <a:endParaRPr sz="2800"/>
          </a:p>
          <a:p>
            <a:r>
              <a:t>Loaded &amp; validated transaction files</a:t>
            </a:r>
            <a:r>
              <a:rPr lang="en-IN"/>
              <a:t> : </a:t>
            </a:r>
            <a:r>
              <a:rPr lang="en-IN" sz="2800"/>
              <a:t>Loaded the data into cosmos containers like ATMTransactions, FraudAlerts, UPIEvents.</a:t>
            </a:r>
            <a:endParaRPr lang="en-IN" sz="2800"/>
          </a:p>
          <a:p/>
          <a:p>
            <a:r>
              <a:t>Implemented duplicate detection</a:t>
            </a:r>
            <a:r>
              <a:rPr lang="en-IN"/>
              <a:t> : </a:t>
            </a:r>
            <a:r>
              <a:rPr lang="en-IN" sz="2800"/>
              <a:t>done some basic deduplication things.</a:t>
            </a:r>
            <a:endParaRPr lang="en-IN" sz="2800"/>
          </a:p>
          <a:p>
            <a:endParaRPr sz="2800"/>
          </a:p>
          <a:p>
            <a:r>
              <a:t>Stored data into Cosmos DB collections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Cosmos DB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</a:p>
          <a:p>
            <a:r>
              <a:t>ATMTransactions – ATM Events</a:t>
            </a:r>
          </a:p>
          <a:p/>
          <a:p>
            <a:r>
              <a:t>UPIEvents – UPI Events</a:t>
            </a:r>
          </a:p>
          <a:p/>
          <a:p>
            <a:r>
              <a:t>FraudAlerts – </a:t>
            </a:r>
            <a:r>
              <a:rPr sz="2800"/>
              <a:t>High-risk alerts</a:t>
            </a:r>
            <a:r>
              <a:rPr lang="en-IN" sz="2800"/>
              <a:t> Receives the FraudAlerts data separtely based on requirements like Amount &gt; 50,000 ..</a:t>
            </a:r>
            <a:endParaRPr lang="en-IN" sz="2800"/>
          </a:p>
          <a:p/>
          <a:p>
            <a:r>
              <a:t>Partitioning done by IDs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PySpark Clean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rPr sz="3400"/>
              <a:t>Read raw &amp; Cosmos DB data</a:t>
            </a:r>
            <a:r>
              <a:rPr lang="en-IN" sz="3400"/>
              <a:t> :</a:t>
            </a:r>
            <a:r>
              <a:rPr lang="en-IN"/>
              <a:t> </a:t>
            </a:r>
            <a:r>
              <a:rPr lang="en-IN" sz="2800"/>
              <a:t>Read the rawdata from ADLS Gen2 storage and cosmos db for cleaning purpose using the data bricks.</a:t>
            </a:r>
            <a:endParaRPr sz="2800"/>
          </a:p>
          <a:p>
            <a:r>
              <a:rPr sz="3400"/>
              <a:t>Standardized timestamps, currency, schema</a:t>
            </a:r>
            <a:r>
              <a:rPr lang="en-IN" sz="3400"/>
              <a:t> : </a:t>
            </a:r>
            <a:r>
              <a:rPr lang="en-IN" sz="2800"/>
              <a:t>done certain transformations based on the requirements.</a:t>
            </a:r>
            <a:endParaRPr sz="2800"/>
          </a:p>
          <a:p>
            <a:r>
              <a:t>Merged ATM + UPI → Fact_Transactions</a:t>
            </a:r>
            <a:r>
              <a:rPr lang="en-IN"/>
              <a:t> : </a:t>
            </a:r>
            <a:r>
              <a:rPr lang="en-IN" sz="3100"/>
              <a:t>Done the merge data in to separate fact_transactions table.</a:t>
            </a:r>
            <a:endParaRPr sz="3100"/>
          </a:p>
          <a:p>
            <a:r>
              <a:rPr sz="3400"/>
              <a:t>Loaded Bronze, Silver, Gold Delta layers</a:t>
            </a:r>
            <a:r>
              <a:rPr lang="en-IN" sz="3400"/>
              <a:t> :</a:t>
            </a:r>
            <a:r>
              <a:rPr lang="en-IN"/>
              <a:t> In bronze layer raw data will be stored, In silver the cleaned data will be there, In gold layer the merged data will be stored.</a:t>
            </a:r>
          </a:p>
          <a:p>
            <a:r>
              <a:t>Prepared data for warehouse load</a:t>
            </a:r>
            <a:r>
              <a:rPr lang="en-IN"/>
              <a:t> in Azure SQL.</a:t>
            </a:r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3 – Data Warehouse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t>Designed Star Schema</a:t>
            </a:r>
          </a:p>
          <a:p/>
          <a:p>
            <a:r>
              <a:t>Created DimCustomer (SCD2)</a:t>
            </a:r>
            <a:r>
              <a:rPr lang="en-IN"/>
              <a:t> : </a:t>
            </a:r>
            <a:r>
              <a:rPr lang="en-IN" sz="2800"/>
              <a:t>Created the Fact tables (Fact_transactions) &amp; Dimension tables (</a:t>
            </a:r>
            <a:r>
              <a:rPr sz="2800"/>
              <a:t>DimAccount, DimBranch, DimProduct</a:t>
            </a:r>
            <a:r>
              <a:rPr lang="en-IN" sz="2800"/>
              <a:t>, DimCustomer,DimDate).</a:t>
            </a:r>
            <a:endParaRPr lang="en-IN" sz="2800"/>
          </a:p>
          <a:p>
            <a:endParaRPr sz="2800"/>
          </a:p>
          <a:p>
            <a:r>
              <a:t>FactTransactions &amp; FraudDetection</a:t>
            </a:r>
          </a:p>
          <a:p/>
          <a:p>
            <a:r>
              <a:t>FactCustomerActivity for logins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t>Loaded Silver layer into SQL DW</a:t>
            </a:r>
            <a:r>
              <a:rPr lang="en-IN"/>
              <a:t> : </a:t>
            </a:r>
            <a:r>
              <a:rPr lang="en-IN" sz="2800"/>
              <a:t>Loaded Silver data from the ADLS Gen2 Storage.</a:t>
            </a:r>
            <a:endParaRPr lang="en-IN" sz="2800"/>
          </a:p>
          <a:p>
            <a:endParaRPr sz="2800"/>
          </a:p>
          <a:p>
            <a:r>
              <a:t>Applied business transformations</a:t>
            </a:r>
            <a:r>
              <a:rPr lang="en-IN"/>
              <a:t> : </a:t>
            </a:r>
            <a:r>
              <a:rPr lang="en-IN" sz="2800"/>
              <a:t>Done certain transformations.</a:t>
            </a:r>
            <a:endParaRPr lang="en-IN" sz="2800"/>
          </a:p>
          <a:p>
            <a:endParaRPr sz="2800"/>
          </a:p>
          <a:p>
            <a:r>
              <a:t>MERGE operations for SCD2</a:t>
            </a:r>
            <a:r>
              <a:rPr lang="en-IN"/>
              <a:t> : Merged the data into fact_transactions..</a:t>
            </a:r>
          </a:p>
          <a:p/>
          <a:p>
            <a:r>
              <a:t>Upsert logic for fact tables</a:t>
            </a:r>
          </a:p>
          <a:p/>
          <a:p>
            <a:r>
              <a:t>Maintained historical data integrity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Scheduled 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t>Timer-trigger Functions</a:t>
            </a:r>
            <a:r>
              <a:rPr lang="en-IN"/>
              <a:t> :</a:t>
            </a:r>
            <a:r>
              <a:rPr lang="en-IN" sz="2800"/>
              <a:t> Daily using the timer triggers, DimAccount and DimCustomer will update based on the data.</a:t>
            </a:r>
            <a:endParaRPr lang="en-IN" sz="2800"/>
          </a:p>
          <a:p>
            <a:endParaRPr sz="2800"/>
          </a:p>
          <a:p>
            <a:r>
              <a:t>Daily customer master load</a:t>
            </a:r>
          </a:p>
          <a:p/>
          <a:p>
            <a:r>
              <a:t>Update account statuses</a:t>
            </a:r>
          </a:p>
          <a:p/>
          <a:p>
            <a:r>
              <a:t>Automated delta loads</a:t>
            </a:r>
          </a:p>
          <a:p/>
          <a:p>
            <a:r>
              <a:t>Ensured data freshness in DW</a:t>
            </a:r>
            <a:r>
              <a:rPr lang="en-IN"/>
              <a:t> : </a:t>
            </a:r>
            <a:r>
              <a:rPr lang="en-IN" sz="2800"/>
              <a:t>Again after the updation it will go to the Azure SQL DW.</a:t>
            </a:r>
            <a:endParaRPr lang="en-IN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4 – Real-Time Fraud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lstStyle/>
          <a:p>
            <a:r>
              <a:t>High-value transactions trigger Event Grid</a:t>
            </a:r>
            <a:r>
              <a:rPr lang="en-IN"/>
              <a:t> : </a:t>
            </a:r>
            <a:r>
              <a:rPr lang="en-IN" sz="2800"/>
              <a:t>Using the Event Grid it will trigger the function.</a:t>
            </a:r>
            <a:endParaRPr lang="en-IN" sz="2800"/>
          </a:p>
          <a:p>
            <a:endParaRPr sz="2800"/>
          </a:p>
          <a:p>
            <a:r>
              <a:t>Functions check anomaly rules</a:t>
            </a:r>
            <a:r>
              <a:rPr lang="en-IN"/>
              <a:t>, </a:t>
            </a:r>
            <a:r>
              <a:t>Location/device mismatch detection</a:t>
            </a:r>
          </a:p>
          <a:p/>
          <a:p>
            <a:r>
              <a:t>Insert alerts into Cosmos DB</a:t>
            </a:r>
            <a:r>
              <a:rPr lang="en-IN"/>
              <a:t> : S</a:t>
            </a:r>
            <a:r>
              <a:rPr lang="en-IN" sz="2800"/>
              <a:t>ends the alerts to cosmos DB based on the conditions like Amount &gt; 50,000 or With draws from different loactions..</a:t>
            </a:r>
            <a:endParaRPr lang="en-IN" sz="2800"/>
          </a:p>
          <a:p>
            <a:endParaRPr sz="2800"/>
          </a:p>
          <a:p>
            <a:r>
              <a:t>Trigger SMS/email via Service Bus</a:t>
            </a:r>
            <a:r>
              <a:rPr lang="en-IN"/>
              <a:t> : </a:t>
            </a:r>
            <a:r>
              <a:rPr lang="en-IN" sz="2800"/>
              <a:t>Sends a alert message to the customer based on the fraud it has done.</a:t>
            </a:r>
            <a:endParaRPr lang="en-IN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Automated Azure Functions deployment</a:t>
            </a:r>
            <a:r>
              <a:rPr lang="en-IN"/>
              <a:t> : </a:t>
            </a:r>
            <a:r>
              <a:rPr lang="en-IN" sz="2800"/>
              <a:t>Using the CI/CD automatically it will be integration and deployment for the live streaming of the data.</a:t>
            </a:r>
            <a:endParaRPr lang="en-IN" sz="2800"/>
          </a:p>
          <a:p>
            <a:endParaRPr sz="2800"/>
          </a:p>
          <a:p>
            <a:r>
              <a:t>Databricks notebook sync</a:t>
            </a:r>
            <a:r>
              <a:rPr lang="en-IN"/>
              <a:t>, </a:t>
            </a:r>
            <a:r>
              <a:t>SQL schema migrations via Flyway</a:t>
            </a:r>
            <a:r>
              <a:rPr lang="en-IN"/>
              <a:t>.</a:t>
            </a:r>
            <a:endParaRPr lang="en-IN"/>
          </a:p>
          <a:p/>
          <a:p>
            <a:r>
              <a:t>Blue/Green deployment strategy</a:t>
            </a:r>
            <a:r>
              <a:rPr lang="en-IN"/>
              <a:t>,</a:t>
            </a:r>
            <a:r>
              <a:t>Ensured full GitOps automation</a:t>
            </a:r>
            <a:r>
              <a:rPr lang="en-IN"/>
              <a:t>.</a:t>
            </a:r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5 – Customer 360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Combined data from SQL DW + Cosmos DB</a:t>
            </a:r>
          </a:p>
          <a:p>
            <a:r>
              <a:t>Transaction history + demographics + logins</a:t>
            </a:r>
          </a:p>
          <a:p>
            <a:r>
              <a:t>Built risk &amp; fraud scoring models</a:t>
            </a:r>
          </a:p>
          <a:p>
            <a:r>
              <a:t>Delivered unified customer insights</a:t>
            </a:r>
          </a:p>
          <a:p>
            <a:r>
              <a:t>Enabled branch-level performance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</a:p>
          <a:p>
            <a:r>
              <a:t>Daily transaction volume trends</a:t>
            </a:r>
            <a:r>
              <a:rPr lang="en-IN"/>
              <a:t> :</a:t>
            </a:r>
            <a:r>
              <a:rPr lang="en-IN" sz="2800"/>
              <a:t> Based on the Azure SQL Using the server and username and password made connection and export the data &amp; load the data and made certain comparisions based on the cleaned data. </a:t>
            </a:r>
            <a:endParaRPr lang="en-IN" sz="2800"/>
          </a:p>
          <a:p>
            <a:endParaRPr sz="2800"/>
          </a:p>
          <a:p>
            <a:r>
              <a:t>ATM/UPI channel success rate analytics</a:t>
            </a:r>
            <a:r>
              <a:rPr lang="en-IN"/>
              <a:t>,</a:t>
            </a:r>
            <a:r>
              <a:t>Fraud dashboard for alert tracking</a:t>
            </a:r>
          </a:p>
          <a:p/>
          <a:p>
            <a:r>
              <a:t>RBI compliance reporting visuals</a:t>
            </a:r>
          </a:p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</a:t>
            </a:r>
            <a:r>
              <a:rPr lang="en-IN"/>
              <a:t>Work</a:t>
            </a:r>
            <a:r>
              <a:t>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Upload ATM CSV to ADLS raw</a:t>
            </a:r>
          </a:p>
          <a:p>
            <a:r>
              <a:t>Trigger Function → Queue → Cosmos DB</a:t>
            </a:r>
          </a:p>
          <a:p>
            <a:r>
              <a:t>PySpark transforms → SQL DW</a:t>
            </a:r>
          </a:p>
          <a:p>
            <a:r>
              <a:t>Power BI updates automatically</a:t>
            </a:r>
          </a:p>
          <a:p>
            <a:r>
              <a:t>Fraud test triggers real-time alert</a:t>
            </a:r>
            <a:r>
              <a:rPr lang="en-IN"/>
              <a:t> : This is the end-to-end workflow which I have used in the project.</a:t>
            </a:r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schema variations in raw files</a:t>
            </a:r>
          </a:p>
          <a:p>
            <a:r>
              <a:t>Managing SCD Type 2 complexity</a:t>
            </a:r>
          </a:p>
          <a:p>
            <a:r>
              <a:t>Partitioning strategy in Cosmos DB</a:t>
            </a:r>
          </a:p>
          <a:p>
            <a:r>
              <a:t>Integrating CI/CD for Databricks</a:t>
            </a:r>
          </a:p>
          <a:p>
            <a:r>
              <a:t>Ensuring low-latency fraud detection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full data engineering pipeline</a:t>
            </a:r>
          </a:p>
          <a:p>
            <a:r>
              <a:t>Built real-time + batch architecture</a:t>
            </a:r>
            <a:r>
              <a:rPr lang="en-IN"/>
              <a:t>(Based on the ATMTransaction, UPIEvents, Customer Accounts..)</a:t>
            </a:r>
          </a:p>
          <a:p>
            <a:r>
              <a:rPr lang="en-IN"/>
              <a:t>I</a:t>
            </a:r>
            <a:r>
              <a:t>mplemented analytics-ready warehouse</a:t>
            </a:r>
          </a:p>
          <a:p>
            <a:r>
              <a:t>Delivered Power BI dashboards</a:t>
            </a:r>
          </a:p>
          <a:p>
            <a:r>
              <a:t>Enabled fraud alerts &amp; automation end-to-end</a:t>
            </a:r>
          </a:p>
          <a:p/>
          <a:p/>
          <a:p/>
          <a:p/>
          <a:p/>
          <a:p/>
          <a:p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IN" altLang="en-US" sz="11500"/>
              <a:t> </a:t>
            </a:r>
            <a:r>
              <a:rPr lang="en-IN" altLang="en-US" sz="11500" b="1"/>
              <a:t>  Thank You!</a:t>
            </a:r>
            <a:endParaRPr lang="en-IN" altLang="en-US" sz="11500" b="1"/>
          </a:p>
          <a:p>
            <a:pPr marL="1371600" lvl="3" indent="457200">
              <a:buNone/>
            </a:pPr>
            <a:r>
              <a:rPr lang="en-IN" altLang="en-US" sz="5400"/>
              <a:t>For your attention. </a:t>
            </a:r>
            <a:endParaRPr lang="en-IN" altLang="en-US"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5146</Words>
  <Application>WPS Presentation</Application>
  <PresentationFormat>On-screen Show (4:3)</PresentationFormat>
  <Paragraphs>183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Project Title</vt:lpstr>
      <vt:lpstr>Objectives</vt:lpstr>
      <vt:lpstr>Prerequisites</vt:lpstr>
      <vt:lpstr>Tools &amp; Technologies</vt:lpstr>
      <vt:lpstr>Architecture Overview</vt:lpstr>
      <vt:lpstr>Day 1 – Data Ingestion</vt:lpstr>
      <vt:lpstr>Day 2 – NoSQL Operational Store</vt:lpstr>
      <vt:lpstr>Cosmos DB Collections</vt:lpstr>
      <vt:lpstr>Day 2 – PySpark Clean Pipeline</vt:lpstr>
      <vt:lpstr>Day 3 – Data Warehouse Modeling</vt:lpstr>
      <vt:lpstr>Day 3 – ETL Jobs</vt:lpstr>
      <vt:lpstr>Day 3 – Scheduled Sync</vt:lpstr>
      <vt:lpstr>Day 4 – Real-Time Fraud Alerts</vt:lpstr>
      <vt:lpstr>Day 4 – CI/CD Pipeline</vt:lpstr>
      <vt:lpstr>Day 5 – Customer 360 View</vt:lpstr>
      <vt:lpstr>Day 5 – Power BI Dashboards</vt:lpstr>
      <vt:lpstr>End-to-End Demo Flow</vt:lpstr>
      <vt:lpstr>Challenges Faced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Pooja</cp:lastModifiedBy>
  <cp:revision>4</cp:revision>
  <dcterms:created xsi:type="dcterms:W3CDTF">2013-01-27T09:14:00Z</dcterms:created>
  <dcterms:modified xsi:type="dcterms:W3CDTF">2025-12-09T18:58:09Z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32B3AC4AF3F54288B1D10F014414803F_13</vt:lpwstr>
  </property>
  <property fmtid="{D5CDD505-2E9C-101B-9397-08002B2CF9AE}" pid="3" name="KSOProductBuildVer">
    <vt:lpwstr>1033-12.2.0.23155</vt:lpwstr>
  </property>
</Properties>
</file>